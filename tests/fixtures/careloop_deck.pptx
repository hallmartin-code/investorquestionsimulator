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investor conversations are ongoing.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CareLoop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discharge coordination for community hospitals</a:t>
            </a:r>
          </a:p>
          <a:p>
            <a:pPr>
              <a:defRPr sz="1800"/>
            </a:pPr>
            <a:r>
              <a:t>Headquartered in Columbus, Ohio · Founded in 2022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Community hospitals lose $4.1M a year to avoidable readmissions</a:t>
            </a:r>
          </a:p>
          <a:p>
            <a:pPr>
              <a:defRPr sz="1800"/>
            </a:pPr>
            <a:r>
              <a:t>Discharge planning is manual and takes 6 hours of nurse time per patient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CareLoop automates discharge plans and follows up with patients for 30 days</a:t>
            </a:r>
          </a:p>
          <a:p>
            <a:pPr>
              <a:defRPr sz="1800"/>
            </a:pPr>
            <a:r>
              <a:t>Integrates with existing EHR workflows in under two weeks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TAM $6.2B</a:t>
            </a:r>
          </a:p>
          <a:p>
            <a:pPr>
              <a:defRPr sz="1800"/>
            </a:pPr>
            <a:r>
              <a:t>SAM $1.1B</a:t>
            </a:r>
          </a:p>
          <a:p>
            <a:pPr>
              <a:defRPr sz="1800"/>
            </a:pPr>
            <a:r>
              <a:t>SOM $120M</a:t>
            </a:r>
          </a:p>
          <a:p>
            <a:pPr>
              <a:defRPr sz="1800"/>
            </a:pPr>
            <a:r>
              <a:t>1,800 community hospitals in the United States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$1.2M ARR as of June 2025</a:t>
            </a:r>
          </a:p>
          <a:p>
            <a:pPr>
              <a:defRPr sz="1800"/>
            </a:pPr>
            <a:r>
              <a:t>14 paying hospitals</a:t>
            </a:r>
          </a:p>
          <a:p>
            <a:pPr>
              <a:defRPr sz="1800"/>
            </a:pPr>
            <a:r>
              <a:t>Revenue growth 180% YoY</a:t>
            </a:r>
          </a:p>
          <a:p>
            <a:pPr>
              <a:defRPr sz="1800"/>
            </a:pPr>
            <a:r>
              <a:t>3 pilots with regional health systems</a:t>
            </a:r>
          </a:p>
          <a:p>
            <a:pPr>
              <a:defRPr sz="1800"/>
            </a:pPr>
            <a:r>
              <a:t>Net revenue retention 112%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SaaS subscription: $85K per hospital per year</a:t>
            </a:r>
          </a:p>
          <a:p>
            <a:pPr>
              <a:defRPr sz="1800"/>
            </a:pPr>
            <a:r>
              <a:t>Gross margin 72%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Epic</a:t>
            </a:r>
          </a:p>
          <a:p>
            <a:pPr>
              <a:defRPr sz="1800"/>
            </a:pPr>
            <a:r>
              <a:t>Cerner</a:t>
            </a:r>
          </a:p>
          <a:p>
            <a:pPr>
              <a:defRPr sz="1800"/>
            </a:pPr>
            <a:r>
              <a:t>Manual processes</a:t>
            </a:r>
          </a:p>
          <a:p>
            <a:pPr>
              <a:defRPr sz="1800"/>
            </a:pPr>
            <a:r>
              <a:t>We are the only solution with 30-day automated follow-up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Dana Reyes, CEO: former VP Operations at a regional hospital network</a:t>
            </a:r>
          </a:p>
          <a:p>
            <a:pPr>
              <a:defRPr sz="1800"/>
            </a:pPr>
            <a:r>
              <a:t>Sam Okafor, CTO: previously led machine learning at a clinical data company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Projected 2028 revenue $11M</a:t>
            </a:r>
          </a:p>
          <a:p>
            <a:pPr>
              <a:defRPr sz="1800"/>
            </a:pPr>
            <a:r>
              <a:t>Monthly burn $180K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Raising $4M Seed round on a SAFE at a $20M valuation cap</a:t>
            </a:r>
          </a:p>
          <a:p>
            <a:pPr>
              <a:defRPr sz="1800"/>
            </a:pPr>
            <a:r>
              <a:t>$1.5M committed</a:t>
            </a:r>
          </a:p>
          <a:p>
            <a:pPr>
              <a:defRPr sz="1800"/>
            </a:pPr>
            <a:r>
              <a:t>18 months of runway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of Funds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 and marketing 45%</a:t>
            </a:r>
          </a:p>
          <a:p>
            <a:pPr>
              <a:defRPr sz="1800"/>
            </a:pPr>
            <a:r>
              <a:t>Product and engineering 35%</a:t>
            </a:r>
          </a:p>
          <a:p>
            <a:pPr>
              <a:defRPr sz="1800"/>
            </a:pPr>
            <a:r>
              <a:t>Operations 20%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Reach 40 hospitals</a:t>
            </a:r>
          </a:p>
          <a:p>
            <a:pPr>
              <a:defRPr sz="1800"/>
            </a:pPr>
            <a:r>
              <a:t>Launch payer analytics module</a:t>
            </a:r>
          </a:p>
          <a:p>
            <a:pPr>
              <a:defRPr sz="1800"/>
            </a:pPr>
            <a:r>
              <a:t>Series A readiness in 18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Economics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$18K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LTV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$240K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